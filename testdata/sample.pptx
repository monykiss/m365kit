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M365Kit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p>
            <a:r>
              <a:t>The terminal is the new Office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Key Features</a:t>
            </a:r>
          </a:p>
        </p:txBody>
      </p:sp>
      <p:sp>
        <p:nvSpPr>
          <p:cNvPr id="3" name="Content 2"/>
          <p:cNvSpPr>
            <a:spLocks noGrp="1"/>
          </p:cNvSpPr>
          <p:nvPr>
            <p:ph/>
          </p:nvPr>
        </p:nvSpPr>
        <p:spPr/>
        <p:txBody>
          <a:bodyPr/>
          <a:p>
            <a:r>
              <a:t>Read Word, Excel, and PowerPoint files</a:t>
            </a:r>
          </a:p>
          <a:p>
            <a:r>
              <a:t>AI-powered analysis and summarization</a:t>
            </a:r>
          </a:p>
          <a:p>
            <a:r>
              <a:t>Pipeline YAML workflows</a:t>
            </a:r>
          </a:p>
        </p:txBody>
      </p:sp>
    </p:spTree>
  </p:cSld>
</p:sld>
</file>